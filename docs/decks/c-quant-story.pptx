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scenarios</c:v>
                </c:pt>
              </c:strCache>
            </c:strRef>
          </c:tx>
          <c:spPr>
            <a:solidFill>
              <a:srgbClr val="FF9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91F28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heuristic</c:v>
                  </c:pt>
                  <c:pt idx="1">
                    <c:v>backtest</c:v>
                  </c:pt>
                  <c:pt idx="2">
                    <c:v>calibrated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91F28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E596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A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 · v1.3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C-Quant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탄소배출권 의사결정 터미널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ETS · K-ETS · China ETS  —  하나의 데스크에서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3657600" cy="0"/>
          </a:xfrm>
          <a:prstGeom prst="line">
            <a:avLst/>
          </a:prstGeom>
          <a:noFill/>
          <a:ln w="25400">
            <a:solidFill>
              <a:srgbClr val="006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Monitoring · Forecasting ·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결정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68880" y="2011680"/>
            <a:ext cx="54864" cy="27432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2011680"/>
            <a:ext cx="8961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006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</a:t>
            </a:r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사야 할까,
</a:t>
            </a:r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006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보유</a:t>
            </a:r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해야 할까,
</a:t>
            </a:r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006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줄여야</a:t>
            </a:r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할까?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371600" y="5120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C-Quant은 EU·KR·CN 세 시장의 공식 앵커 → 상장 프록시 → 드라이버 → 결정 4단계를 매일 같은 순서로 반복할 수 있게 합니다.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현장의 문제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pain 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" y="2011680"/>
            <a:ext cx="3520440" cy="3657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" y="2011680"/>
            <a:ext cx="73152" cy="36576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8980" y="2286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분산된 공식 소스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010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EEX, KRX, MEE/SEEX — 세 시장은 각자 다른 페이지·다른 포맷·다른 freshness로 돌아갑니다. 매일 세 번 사이트를 돌아 손으로 정렬하는 식의 워크플로는 매번 비교 시점을 잃습니다.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0540" y="2011680"/>
            <a:ext cx="3520440" cy="3657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20540" y="2011680"/>
            <a:ext cx="73152" cy="36576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0" y="22860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486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9486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 불일치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9486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anchor 가격, 상장 proxy tape, 정책 bulletin이 각자 다른 시점에 갱신됩니다. 어떤 데이터가 fresh / watch / stale 인지를 한 화면에서 보지 못하면 의사결정 신뢰가 깨집니다.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15300" y="2011680"/>
            <a:ext cx="3520440" cy="3657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15300" y="2011680"/>
            <a:ext cx="73152" cy="36576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2860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8962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962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정책-드라이버 단절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389620" y="36118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MSR, Fit-for-55, K-ETS 4차 기본계획, 중국 섹터 확장 — 정책 이벤트가 가격에 어떻게 작용했는지 과거 사례 기반으로 연결되어야 하지만, 보통은 분리된 PDF·뉴스·연구노트에 흩어져 있습니다.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 경계 — 무엇을 하고, 무엇을 안 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boundary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E8F2FF"/>
          </a:solidFill>
          <a:ln w="12700">
            <a:solidFill>
              <a:srgbClr val="006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148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3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· 모니터링 · 예측 · 브리핑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3832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anchor 가격, freshness, 접근 방식을 한 화면에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정책-가격 catalyst 21개를 시나리오로 정리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리얼타임 active pattern 자동 감지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hold / reduce posture + 신뢰도 + 근거 제시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감사를 위한 calibration provenance 표기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FDF1F2"/>
          </a:solidFill>
          <a:ln w="12700">
            <a:solidFill>
              <a:srgbClr val="F044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148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0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675120" y="2606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주문 · 보관 · 정산 · 브로커리지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675120" y="33832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라우팅 / 거래 체결 — 라이선스 브로커 사용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보관 / 정산 — 등록기관 / 수탁자 사용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개인 맞춤 매수/매도 지시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공시 문서를 대체하지 않음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가격을 fabricate 하지 않음 — not-configured 상태로 노출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시그널 스택 — 8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stack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91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1168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anchor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0" y="169164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EEX EU ETS auction · KRX KAU · MEE / SEEX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86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945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matrix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89120" y="219456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47개 드라이버 × 6 패밀리 (정책, 전력, 연료, 매크로, 날씨, 미시구조)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9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697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0116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 combinations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389120" y="26974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driver를 묶은 21개 시나리오 (cold-snap stack, MSR + Fit-for-55, ETS2 등)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918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01168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patterns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389120" y="320040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/ 가격급변 / 거래량급변 / 프록시 괴리 — 임계 자동감지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9476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703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201168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389120" y="370332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historical event 기반 event study — heuristic / backtest / calibrated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9768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" y="42062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6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201168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Listed proxy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389120" y="420624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EUA · KRBN · KEUA · CO2.L · KCCA — 프록시 괴리 시그널</a:t>
            </a:r>
            <a:endParaRPr lang="en-US" sz="12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80060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43000" y="47091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7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201168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atlas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4389120" y="470916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· IEA · IRENA · ICVCM 인용 장기 abatement curve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303520"/>
            <a:ext cx="320040" cy="32004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143000" y="52120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8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2011680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Public-data feeds</a:t>
            </a:r>
            <a:endParaRPr lang="en-US" sz="1600" dirty="0"/>
          </a:p>
        </p:txBody>
      </p:sp>
      <p:sp>
        <p:nvSpPr>
          <p:cNvPr id="40" name="Text 30"/>
          <p:cNvSpPr/>
          <p:nvPr/>
        </p:nvSpPr>
        <p:spPr>
          <a:xfrm>
            <a:off x="4389120" y="521208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· ECB SDW · ICAP · World Bank — license-free 보강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의사결정 화면 — 4 surfaces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surfaces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28800"/>
            <a:ext cx="2697480" cy="54864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“오늘 무엇을 해야 하고, 왜 그런가?”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anchor + proxy 차트 + 결정 메모 + 상위 드라이버 + freshness chips를 한 화면에.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828800"/>
            <a:ext cx="2697480" cy="54864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“지금 어떤 시그널이 켜졌는가?”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patterns / 21 catalyst / materials atlas / calibration provenance / event timeline / driver heatmap.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828800"/>
            <a:ext cx="2697480" cy="54864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“한 시장을 깊게 보고 싶다”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vs hedge tape 차트, range/correlation 표, scenario weight 슬라이더 — 시장별 brief 작성용.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828800"/>
            <a:ext cx="2697480" cy="54864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데이터는 어디서 왔고 얼마나 신선한가?”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3931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방식, freshness, 입력 커버리지, 신뢰 레지스트리 — 컴플라이언스 리뷰의 첫 화면.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캘리브레이션 출처 — 3-state taxonomy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provenance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852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9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2267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휴리스틱 상수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6334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interactionEffect별 placeholder 상수. event log로 검증되지 않음. v1.3 기본 상태.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5852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1188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45920" y="3730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이벤트 스터디 결과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4096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events · walk-forward 기반 multiplier. 25개 historical event log + monthly anchors 사용.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5852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7492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919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645920" y="5193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백테스트 + 모델 owner 검토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55595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후 model owner 사인오프. CHANGELOG에 multiplier · hit rate · 날짜 기록.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7665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21개 시나리오 현재 상태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7665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(2026-05-06 기준)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766560" y="256032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 기준 21개 시나리오 모두 heuristic. 외부 검토자가 이벤트 로그 + price anchors로 backtest 단계 진입 가능. npm run calibration:check가 90일 freshness 게이트 강제.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컴플라이언스 — 관할별 비집행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non-execution boundary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325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0" cy="1325880"/>
          </a:xfrm>
          <a:prstGeom prst="rect">
            <a:avLst/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European Union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 투자서비스 / 자기매매 / 주문전달 X. EU Benchmarks Regulation 의 published index X. EEX, EU Commission, ICAP 1차 자료 인용.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1064240" cy="1325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19272"/>
            <a:ext cx="1097280" cy="1325880"/>
          </a:xfrm>
          <a:prstGeom prst="rect">
            <a:avLst/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9272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828800" y="34564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Korea (KRX K-ETS)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91363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자본시장법 투자자문업·일임업 X. 금융투자업자 X. 배출권 거래소·검증기관 X. KRX, MOE, ICAP 1차 자료 인용.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09744"/>
            <a:ext cx="11064240" cy="1325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809744"/>
            <a:ext cx="1097280" cy="1325880"/>
          </a:xfrm>
          <a:prstGeom prst="rect">
            <a:avLst/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09744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828800" y="49469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(national ETS)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40410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증권법 증권사 / 자산관리 X. 등록 탄소거래플랫폼 X — SHEEX가 운영주체. CSRC 라이선스 자문 X. MEE, SHEEX, ICAP 1차 자료 인용.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boundary는 docs/COMPLIANCE.md, COMPLIANCE-EU.md, COMPLIANCE-KR.md, COMPLIANCE-CN.md 참조.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73152" cy="16459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TypeScript 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빌드 / 197 vitest + 53 node:test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828800"/>
            <a:ext cx="73152" cy="16459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41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contextIsolation · sandbox · strict CSP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828800"/>
            <a:ext cx="73152" cy="16459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electron-builder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82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portable + NSIS · macOS / Linux advisory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49040"/>
            <a:ext cx="73152" cy="16459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electron-updater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releases 피드 · code-signed 권장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749040"/>
            <a:ext cx="73152" cy="16459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Charts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2628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Toss-style 디자인 토큰 · Pretendard / Inter / Fraunces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374904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749040"/>
            <a:ext cx="73152" cy="16459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820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 + analytics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5820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opt-in · 환경변수 게이트 · 기본 OFF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 — 3 컨텍스트 + 1 IPC 경계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310896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src/**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4 surfaces · 시장 보드 · 드라이버 · 소스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23360" y="3200400"/>
            <a:ext cx="457200" cy="0"/>
          </a:xfrm>
          <a:prstGeom prst="line">
            <a:avLst/>
          </a:prstGeom>
          <a:noFill/>
          <a:ln w="31750">
            <a:solidFill>
              <a:srgbClr val="0064FF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02336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26280" y="2011680"/>
            <a:ext cx="310896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60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Preload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262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preload.js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0916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contextBridge로 typed allow-listed API 만 노출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680960" y="3200400"/>
            <a:ext cx="457200" cy="0"/>
          </a:xfrm>
          <a:prstGeom prst="line">
            <a:avLst/>
          </a:prstGeom>
          <a:noFill/>
          <a:ln w="31750">
            <a:solidFill>
              <a:srgbClr val="0064FF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768096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83880" y="2011680"/>
            <a:ext cx="310896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28600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838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1838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 · electron/*.js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36676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라이프사이클 · IPC · 공식 fetch · 영속화 · CSP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solidFill>
            <a:srgbClr val="E8F2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31520" y="49834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contextIsolation true · nodeIntegration false · sandbox true · webSecurity true · strict CSP · assertTrustedSender on every IPC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영속화는 모두 &lt;userData&gt; 아래 — settings · watchlist · backtests · logs.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마일스톤 후보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candidates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E8F2FF"/>
          </a:solidFill>
          <a:ln w="19050">
            <a:solidFill>
              <a:srgbClr val="006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dark · clean spark spread monitor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25420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fuel · power 입력으로 fuel-switching 마진을 실시간으로.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E8F2FF"/>
          </a:solidFill>
          <a:ln w="19050">
            <a:solidFill>
              <a:srgbClr val="006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463040" y="31729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forecast error panel + rolling confidence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463040" y="35935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forecast 검증을 walk-forward harness로 자체 노출.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E8F2FF"/>
          </a:solidFill>
          <a:ln w="19050">
            <a:solidFill>
              <a:srgbClr val="0064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463040" y="42245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sleeve optimizer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463040" y="46451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시장 보유 비중 최적화 + 비용 가정 명시.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E8F2FF"/>
          </a:solidFill>
          <a:ln w="19050">
            <a:solidFill>
              <a:srgbClr val="0064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57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463040" y="52760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institutional export layer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463040" y="56967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 통합용 read-only API · CSV / JSON snapshot 게이트.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C-Quant · </a:t>
            </a:r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 Terminal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5A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같은 4단계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2194560"/>
            <a:ext cx="2194560" cy="1371600"/>
          </a:xfrm>
          <a:prstGeom prst="rect">
            <a:avLst/>
          </a:prstGeom>
          <a:solidFill>
            <a:srgbClr val="232830"/>
          </a:solidFill>
          <a:ln w="12700">
            <a:solidFill>
              <a:srgbClr val="323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749040" y="2194560"/>
            <a:ext cx="2194560" cy="1371600"/>
          </a:xfrm>
          <a:prstGeom prst="rect">
            <a:avLst/>
          </a:prstGeom>
          <a:solidFill>
            <a:srgbClr val="232830"/>
          </a:solidFill>
          <a:ln w="12700">
            <a:solidFill>
              <a:srgbClr val="323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프록시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194560" cy="1371600"/>
          </a:xfrm>
          <a:prstGeom prst="rect">
            <a:avLst/>
          </a:prstGeom>
          <a:solidFill>
            <a:srgbClr val="232830"/>
          </a:solidFill>
          <a:ln w="12700">
            <a:solidFill>
              <a:srgbClr val="323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드라이버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12480" y="21945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0" y="2194560"/>
            <a:ext cx="2194560" cy="1371600"/>
          </a:xfrm>
          <a:prstGeom prst="rect">
            <a:avLst/>
          </a:prstGeom>
          <a:solidFill>
            <a:srgbClr val="232830"/>
          </a:solidFill>
          <a:ln w="12700">
            <a:solidFill>
              <a:srgbClr val="323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C-Quant이 도와드립니다.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decisions, every day, in the same shape.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760720"/>
            <a:ext cx="3657600" cy="0"/>
          </a:xfrm>
          <a:prstGeom prst="line">
            <a:avLst/>
          </a:prstGeom>
          <a:noFill/>
          <a:ln w="25400">
            <a:solidFill>
              <a:srgbClr val="006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github.com/hyunjin-kor/C-Quant  ·  research-only  ·  v1.3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C-Quant — 탄소배출권 의사결정 터미널</dc:title>
  <dc:subject>PptxGenJS Presentation</dc:subject>
  <dc:creator>C-Quant project</dc:creator>
  <cp:lastModifiedBy>C-Quant project</cp:lastModifiedBy>
  <cp:revision>1</cp:revision>
  <dcterms:created xsi:type="dcterms:W3CDTF">2026-05-06T08:08:20Z</dcterms:created>
  <dcterms:modified xsi:type="dcterms:W3CDTF">2026-05-06T08:08:20Z</dcterms:modified>
</cp:coreProperties>
</file>